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Notes"/>
          <p:cNvSpPr/>
          <p:nvPr>
            <p:ph type="body" idx="1"/>
          </p:nvPr>
        </p:nvSpPr>
        <p:txBody>
          <a:bodyPr/>
          <a:p>
            <a:r>
              <a:t>Welcome new directors and introduce the officers.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t>Board Orientation 2025</a:t>
            </a:r>
          </a:p>
        </p:txBody>
      </p:sp>
      <p:sp>
        <p:nvSpPr>
          <p:cNvPr id="3" name="Body"/>
          <p:cNvSpPr/>
          <p:nvPr>
            <p:ph idx="1"/>
          </p:nvPr>
        </p:nvSpPr>
        <p:txBody>
          <a:bodyPr/>
          <a:p>
            <a:r>
              <a:t>Lakeside Clean Air Society</a:t>
            </a:r>
          </a:p>
          <a:p>
            <a:r>
              <a:t>Prepared for new directors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t>Officers</a:t>
            </a:r>
          </a:p>
        </p:txBody>
      </p:sp>
      <p:sp>
        <p:nvSpPr>
          <p:cNvPr id="3" name="Body"/>
          <p:cNvSpPr/>
          <p:nvPr>
            <p:ph idx="1"/>
          </p:nvPr>
        </p:nvSpPr>
        <p:txBody>
          <a:bodyPr/>
          <a:p>
            <a:r>
              <a:t>The board elects its officers each year.</a:t>
            </a:r>
          </a:p>
        </p:txBody>
      </p:sp>
      <p:graphicFrame>
        <p:nvGraphicFramePr>
          <p:cNvPr id="4" name="Table"/>
          <p:cNvGraphicFramePr/>
          <p:nvPr/>
        </p:nvGraphicFramePr>
        <p:xfrm/>
        <a:graphic>
          <a:graphicData uri="http://schemas.openxmlformats.org/drawingml/2006/table">
            <a:tbl>
              <a:tr h="370840">
                <a:tc>
                  <a:txBody>
                    <a:bodyPr/>
                    <a:p>
                      <a:r>
                        <a:t>Office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Holder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Chair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Avery Quill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Treasurer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Morgan Reyes</a:t>
                      </a:r>
                    </a:p>
                  </a:txBody>
                </a:tc>
              </a:tr>
            </a:tbl>
          </a:graphicData>
        </a:graphic>
      </p:graphicFrame>
    </p:spTree>
  </p:cSld>
</p:sld>
</file>